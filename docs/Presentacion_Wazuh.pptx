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102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40 fuentes revisadas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Fuentes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2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3F9-4761-88C4-5369F77F92CD}"/>
              </c:ext>
            </c:extLst>
          </c:dPt>
          <c:dPt>
            <c:idx val="1"/>
            <c:bubble3D val="0"/>
            <c:spPr>
              <a:solidFill>
                <a:srgbClr val="1FB6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3F9-4761-88C4-5369F77F92CD}"/>
              </c:ext>
            </c:extLst>
          </c:dPt>
          <c:dPt>
            <c:idx val="2"/>
            <c:bubble3D val="0"/>
            <c:spPr>
              <a:solidFill>
                <a:srgbClr val="F2A5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3F9-4761-88C4-5369F77F92CD}"/>
              </c:ext>
            </c:extLst>
          </c:dPt>
          <c:dPt>
            <c:idx val="3"/>
            <c:bubble3D val="0"/>
            <c:spPr>
              <a:solidFill>
                <a:srgbClr val="7A8C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3F9-4761-88C4-5369F77F92CD}"/>
              </c:ext>
            </c:extLst>
          </c:dPt>
          <c:dPt>
            <c:idx val="4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3F9-4761-88C4-5369F77F92CD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P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3F9-4761-88C4-5369F77F92CD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P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3F9-4761-88C4-5369F77F92CD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P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3F9-4761-88C4-5369F77F92CD}"/>
                </c:ext>
              </c:extLst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P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3F9-4761-88C4-5369F77F92CD}"/>
                </c:ext>
              </c:extLst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PE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3F9-4761-88C4-5369F77F92CD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Libros</c:v>
                </c:pt>
                <c:pt idx="1">
                  <c:v>Artículos</c:v>
                </c:pt>
                <c:pt idx="2">
                  <c:v>Informes</c:v>
                </c:pt>
                <c:pt idx="3">
                  <c:v>Normas</c:v>
                </c:pt>
                <c:pt idx="4">
                  <c:v>Documentación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12</c:v>
                </c:pt>
                <c:pt idx="2">
                  <c:v>3</c:v>
                </c:pt>
                <c:pt idx="3">
                  <c:v>9</c:v>
                </c:pt>
                <c:pt idx="4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3F9-4761-88C4-5369F77F92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5073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822960" cy="8595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463040" y="6400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PRIVADA DE TACNA · ESCUELA DE INGENIERÍA DE SISTEMAS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Wazuh como plataforma SIEM/XDR de código abierto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ataques y respuesta activa automatizada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SI-985 Seguridad de Tecnología de Información · Proyecto Unidad I 2026-II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Dr. Renzo Alberto Taco Coayla · Tacna, Perú, 2026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Anampa Pancca, David Jordan · Vargas, Angel · Salas, Walter · Huanca</a:t>
            </a: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Gregory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problema: se detecta tarde y se responde a mano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4,45 M USD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190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promedio global de una filtración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77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277 días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535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identificar y contener un incidente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Security (2023)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23360" y="1051560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06240" y="1143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 real, más allá del interés técnico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1554480"/>
            <a:ext cx="4297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Informes independientes: credenciales robadas y errores humanos son vectores frecuentes (Verizon, 2023)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que exigen monitoreo: PCI DSS 10 y 11.5, NIST SP 800-53, CIS Control 8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27001:2022 exige evaluar el desempeño de la seguridad, lo que requiere evidencia técnica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esperado (metas de diseño, a validar con el prototipo)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0B2545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4160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0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4988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130552" y="411480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0B2545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130552" y="4160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60 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130552" y="44988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03904" y="411480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0B2545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03904" y="4160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10 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803904" y="44988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contención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77256" y="411480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0B2545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77256" y="4160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477256" y="44988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50608" y="411480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0B2545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50608" y="4160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150608" y="44988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accesos tras bloqueo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Wazuh y cómo funciona?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gratuita y de código abierto que une SIEM y XDR: vigila equipos y servidores en tiempo real, correlaciona eventos y puede responder automáticamente (Wazuh, Inc., s. f.-b).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874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2860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ligero en cada equipo protegido; envía eventos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108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servidor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304288" y="251460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78308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0B2545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97480" y="1874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Servidor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22860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Decodifica, aplica reglas y genera alertas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3108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1514 · 1515 · 55000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407408" y="251460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78308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1874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Indexer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22860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 e indexa las alertas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3108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9200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510528" y="251460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178308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F4F7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1874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22860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web de visualización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3108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443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Capacidades: análisis de registros, integridad de archivos, vulnerabilidades y configuración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alertas se ubican en MITRE ATT&amp;CK; el ataque del prototipo es T1110 (fuerza bruta)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Prototipo: del ataque al bloqueo automático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aislado (red solo anfitrión): wazuh-server (Ubuntu 22.04) · victima-linux (con agente y SSH) · atacante (Kali)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5760" cy="365760"/>
          </a:xfrm>
          <a:prstGeom prst="ellipse">
            <a:avLst/>
          </a:prstGeom>
          <a:solidFill>
            <a:srgbClr val="1FB6A6"/>
          </a:solidFill>
          <a:ln w="12700">
            <a:solidFill>
              <a:srgbClr val="1FB6A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4356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el servidor con el asistente oficial (todo en uno)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65760" cy="365760"/>
          </a:xfrm>
          <a:prstGeom prst="ellipse">
            <a:avLst/>
          </a:prstGeom>
          <a:solidFill>
            <a:srgbClr val="1FB6A6"/>
          </a:solidFill>
          <a:ln w="12700">
            <a:solidFill>
              <a:srgbClr val="1FB6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9842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el Dashboard y generar el comando del agente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365760" cy="365760"/>
          </a:xfrm>
          <a:prstGeom prst="ellipse">
            <a:avLst/>
          </a:prstGeom>
          <a:solidFill>
            <a:srgbClr val="1FB6A6"/>
          </a:solidFill>
          <a:ln w="12700">
            <a:solidFill>
              <a:srgbClr val="1FB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5328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el agente en victima-linux y verificar que esté activo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365760" cy="365760"/>
          </a:xfrm>
          <a:prstGeom prst="ellipse">
            <a:avLst/>
          </a:prstGeom>
          <a:solidFill>
            <a:srgbClr val="1FB6A6"/>
          </a:solidFill>
          <a:ln w="12700">
            <a:solidFill>
              <a:srgbClr val="1FB6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0815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firewall-drop sobre la regla 5763 (180 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365760" cy="365760"/>
          </a:xfrm>
          <a:prstGeom prst="ellipse">
            <a:avLst/>
          </a:prstGeom>
          <a:solidFill>
            <a:srgbClr val="1FB6A6"/>
          </a:solidFill>
          <a:ln w="12700">
            <a:solidFill>
              <a:srgbClr val="1FB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6301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Lanzar fuerza bruta SSH con Hydra desde el atacante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365760" cy="365760"/>
          </a:xfrm>
          <a:prstGeom prst="ellipse">
            <a:avLst/>
          </a:prstGeom>
          <a:solidFill>
            <a:srgbClr val="1FB6A6"/>
          </a:solidFill>
          <a:ln w="12700">
            <a:solidFill>
              <a:srgbClr val="1FB6A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41788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alerta, bloqueo de la IP y desbloqueo automático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212080" y="141732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14213D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94960" y="1508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clave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187452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bash ./wazuh-install.sh -a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&lt;command&gt;firewall-drop&lt;/command&gt;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&lt;rules_id&gt;5763&lt;/rules_id&gt;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&lt;timeout&gt;180&lt;/timeout&gt;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hydra -l usuario_prueba -P lista.txt ssh://192.168.56.20 -t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 y resultados del prototipo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651760" cy="1737360"/>
          </a:xfrm>
          <a:prstGeom prst="rect">
            <a:avLst/>
          </a:prstGeom>
          <a:solidFill>
            <a:srgbClr val="F4F7FA"/>
          </a:solidFill>
          <a:ln w="12700">
            <a:solidFill>
              <a:srgbClr val="5B6B7C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457200" y="1554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[Insertar captura]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 · Agente activo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4408" y="960120"/>
            <a:ext cx="2651760" cy="1737360"/>
          </a:xfrm>
          <a:prstGeom prst="rect">
            <a:avLst/>
          </a:prstGeom>
          <a:solidFill>
            <a:srgbClr val="F4F7FA"/>
          </a:solidFill>
          <a:ln w="12700">
            <a:solidFill>
              <a:srgbClr val="5B6B7C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3264408" y="1554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[Insertar captura]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64408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3 · Alerta de fuerza bruta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71616" y="960120"/>
            <a:ext cx="2651760" cy="1737360"/>
          </a:xfrm>
          <a:prstGeom prst="rect">
            <a:avLst/>
          </a:prstGeom>
          <a:solidFill>
            <a:srgbClr val="F4F7FA"/>
          </a:solidFill>
          <a:ln w="12700">
            <a:solidFill>
              <a:srgbClr val="5B6B7C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071616" y="1554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[Insertar captura]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71616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 · Bloqueo de la IP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089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de detección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60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[medir]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de contención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10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[medir]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de agentes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[medir]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Accesos tras el bloqueo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[medir]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Decisiones técnicas y literatura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2062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decidió y por qué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(vs. Splunk, Elastic, Graylog, Security Onion, OSSEC): sin licencia, SIEM+XDR y respuesta activa incluida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todo en uno: suficiente y simple para un laboratorio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 SSH (T1110): reproducible y seguro en laboratorio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firewall-drop temporal: reversible ante falsos positivos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solo anfitrión: aísla el ataque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960120"/>
            <a:ext cx="38404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graphicFrame>
        <p:nvGraphicFramePr>
          <p:cNvPr id="7" name="Chart 0"/>
          <p:cNvGraphicFramePr/>
          <p:nvPr/>
        </p:nvGraphicFramePr>
        <p:xfrm>
          <a:off x="4892040" y="1005840"/>
          <a:ext cx="374904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846320" y="320040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sin responder no basta → respuesta activa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tienen límites → escenario conocido y lista blanca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estándares exigen monitoreo → pruebas de integridad y configuración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y conclusiones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y mitigación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insuficiente → 4 vCPU, 8 GB e instantáneas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 positivo o bloqueo del administrador → lista blanca y bloqueo de 180 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evidencias → respaldo en GitHub y nube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Retrasos del equipo → roles y reunión semanal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indebido de herramientas ofensivas → red aislada y autorización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32588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reúne recolección, análisis, alerta y respuesta sin costo de licencia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prototipo permite medir el ciclo completo de detección y contención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Limitación: un agente, un ataque y red aislada; falta probar falsos positivos y carga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4114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¿Preguntas?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750</Words>
  <Application>Microsoft Office PowerPoint</Application>
  <PresentationFormat>Presentación en pantalla (16:9)</PresentationFormat>
  <Paragraphs>120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DAVID JORDAN ANAMPA PANCCA</cp:lastModifiedBy>
  <cp:revision>2</cp:revision>
  <dcterms:created xsi:type="dcterms:W3CDTF">2026-09-29T23:13:29Z</dcterms:created>
  <dcterms:modified xsi:type="dcterms:W3CDTF">2026-09-29T23:16:07Z</dcterms:modified>
</cp:coreProperties>
</file>